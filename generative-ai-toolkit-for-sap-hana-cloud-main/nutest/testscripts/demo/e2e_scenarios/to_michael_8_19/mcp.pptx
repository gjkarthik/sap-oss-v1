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F08F6-9A26-5E29-9481-1FB7B89F6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0A5FA0-44CE-2AAF-27A6-C7B4F1D90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F31546-D4BB-937D-834E-A29FC15C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0B0D6F-CE80-96F5-9D37-04F8BD7B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498F38-20FD-816E-C3C6-D7343BBC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05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582DE-EC41-F51D-E445-A8DE5B7F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93BE0-345F-8AB0-4758-2FB5104EE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992EFA-8DD7-E880-8B5D-0AAE70D4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51B68-8CBE-EAFE-0D56-D039A27B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8C361-7566-E790-273F-DBBA09A8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4A86B-15E4-E778-C1A2-938AA0CE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199D7C-6DD2-B5C5-525F-DA8532AD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317D6-6959-29F8-E32B-892968C7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20DD9-A776-9A1A-2EEA-F25B6A0B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32340A-3834-59EE-924C-DE0D4C89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562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04531-FCD1-D75E-1B08-7C90B6B4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014B4A-84C8-1662-3212-34CEE73B0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758A9B-C2CE-4918-5126-23D0DBE9D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6A4645-CEBF-4174-F29E-E2FAE64DC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E85757-CDEA-A6B0-0FA7-59FF4B07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DC6220-7901-19C3-E689-B0FFB40D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3241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F55D0-5436-8B20-979E-3EDC7E8E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4108B-2521-BB82-B74D-5E82F890D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DD9DA4-0714-FA7A-D08D-57DF0B5E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8F3AA0-7BCC-40B1-FA6A-D8CCBD94C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10A75F-B1E4-ABAC-A869-DA3940673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86A8C4-26FE-EAE4-81CC-5BA4823E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2F95D7-6B5F-EBA9-EC5E-88A17B3C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B27125-564A-B75C-C8D6-4D4656C9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825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01087-5AA3-D236-526F-1D6E28C8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761C70-AE5B-6004-528D-DA4F8DEA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B69D10-53FE-38C5-83FE-3F046F86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B789B8-4E7C-8AC6-450A-24C3BCC8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07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F9EF5D-6B11-A02C-FE76-9F392C3B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4BB52E-3C69-D1A5-5930-8FE1D4586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60499-1F63-9640-38C0-54BDFD1B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C1D64-DB54-0434-4DCF-E0BD4BA8B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3239E-38DD-E715-62D6-B89DA34E4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EBC26-7640-B86E-ED59-17615EF13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B83A4C-6AE3-222D-9C3B-990633DD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273AAC-4A47-679B-DF01-C752F95E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C98262-36B7-E17D-73C5-81F93A53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049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0DFEC-07C3-8567-3920-91ED83A1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D57496-260A-8594-00DF-3FB892FBA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E9C767-9BEC-458E-B58A-7C8263EF4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923EF-C898-86C6-433C-0CF47263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F684C6-0925-AF53-88A0-D6A4719B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88354B-93B3-034B-AD2C-51903EE3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370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58AAD-1B2C-DCF6-7976-9A492AFC0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B228F8-DACA-74DE-53AE-F7F620C73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0BC38-EB0E-33ED-8F40-E92C5621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0CD372-61B0-F7A8-6CFE-C6EF5013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B375B-EABB-3F24-E3E0-8D92BF85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523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96AEAF-E6F0-BA52-6C17-64F7AE70E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7AAACB-539F-0F8D-A356-D7CCBEA73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8EC64C-0106-FA65-BD5A-8578B08D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E3C45-D5E1-9376-CF67-0970CAC4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1818A-6372-2648-DD3B-12FC48E9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731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35CE47-FDEB-D3B0-66C8-DA045684D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ED824-5FD8-BC05-FFA9-D0F98D4F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A6D49-FC83-6627-A0BD-ABF600FE2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757F3-EC7A-EA44-ABFB-45C86532E9C9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AC7C2D-AE2A-B176-4684-49E13B20C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E64388-C237-9F41-5FEF-BB661F169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74F78-044D-4849-BDDC-B9DFED9B7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150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>
            <a:extLst>
              <a:ext uri="{FF2B5EF4-FFF2-40B4-BE49-F238E27FC236}">
                <a16:creationId xmlns:a16="http://schemas.microsoft.com/office/drawing/2014/main" id="{29F58663-987C-3FA3-0388-5B198B2C903A}"/>
              </a:ext>
            </a:extLst>
          </p:cNvPr>
          <p:cNvSpPr/>
          <p:nvPr/>
        </p:nvSpPr>
        <p:spPr>
          <a:xfrm>
            <a:off x="4755932" y="1954923"/>
            <a:ext cx="2217683" cy="7777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MCP Server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6722172-6FD2-FB10-C7E9-C5E649F01513}"/>
              </a:ext>
            </a:extLst>
          </p:cNvPr>
          <p:cNvSpPr/>
          <p:nvPr/>
        </p:nvSpPr>
        <p:spPr>
          <a:xfrm>
            <a:off x="2969187" y="4711610"/>
            <a:ext cx="1418897" cy="100899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AI Agent</a:t>
            </a:r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2B789F5-D95E-97E8-140C-8C08AE007135}"/>
              </a:ext>
            </a:extLst>
          </p:cNvPr>
          <p:cNvSpPr/>
          <p:nvPr/>
        </p:nvSpPr>
        <p:spPr>
          <a:xfrm>
            <a:off x="3048016" y="4259665"/>
            <a:ext cx="1261241" cy="37837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MCP Client</a:t>
            </a:r>
            <a:endParaRPr kumimoji="1" lang="zh-CN" altLang="en-US" sz="1400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A4CB34E-DB00-3A53-1FBE-80073B271C9F}"/>
              </a:ext>
            </a:extLst>
          </p:cNvPr>
          <p:cNvSpPr/>
          <p:nvPr/>
        </p:nvSpPr>
        <p:spPr>
          <a:xfrm>
            <a:off x="6264165" y="4719145"/>
            <a:ext cx="1418897" cy="100899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AI Agent</a:t>
            </a:r>
            <a:endParaRPr kumimoji="1" lang="zh-CN" altLang="en-US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052B6CF-02DE-BEBF-FCE2-06908AD98103}"/>
              </a:ext>
            </a:extLst>
          </p:cNvPr>
          <p:cNvSpPr/>
          <p:nvPr/>
        </p:nvSpPr>
        <p:spPr>
          <a:xfrm>
            <a:off x="6342994" y="4267200"/>
            <a:ext cx="1261241" cy="37837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MCP Client</a:t>
            </a:r>
            <a:endParaRPr kumimoji="1" lang="zh-CN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854FA0-2EC5-0474-15F8-83148861AC40}"/>
              </a:ext>
            </a:extLst>
          </p:cNvPr>
          <p:cNvSpPr/>
          <p:nvPr/>
        </p:nvSpPr>
        <p:spPr>
          <a:xfrm>
            <a:off x="4755932" y="1387364"/>
            <a:ext cx="4210703" cy="4939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hana.ai</a:t>
            </a:r>
            <a:endParaRPr kumimoji="1"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72136E-E23E-6142-F845-B1FE5FEE7482}"/>
              </a:ext>
            </a:extLst>
          </p:cNvPr>
          <p:cNvSpPr txBox="1"/>
          <p:nvPr/>
        </p:nvSpPr>
        <p:spPr>
          <a:xfrm>
            <a:off x="4926723" y="4719145"/>
            <a:ext cx="9722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/>
              <a:t>. . . </a:t>
            </a:r>
            <a:endParaRPr kumimoji="1" lang="zh-CN" altLang="en-US" sz="4000" b="1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31924FE-DFBA-904D-2A17-C6B11913EC65}"/>
              </a:ext>
            </a:extLst>
          </p:cNvPr>
          <p:cNvSpPr txBox="1"/>
          <p:nvPr/>
        </p:nvSpPr>
        <p:spPr>
          <a:xfrm>
            <a:off x="3993931" y="3715931"/>
            <a:ext cx="1418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/>
              <a:t>coordinates</a:t>
            </a:r>
            <a:endParaRPr kumimoji="1" lang="zh-CN" altLang="en-US" sz="14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5E6E3BA-1439-F9FE-3DE9-20F042D7D032}"/>
              </a:ext>
            </a:extLst>
          </p:cNvPr>
          <p:cNvSpPr txBox="1"/>
          <p:nvPr/>
        </p:nvSpPr>
        <p:spPr>
          <a:xfrm>
            <a:off x="3892777" y="3040909"/>
            <a:ext cx="1644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/>
              <a:t>used tools</a:t>
            </a:r>
            <a:endParaRPr kumimoji="1" lang="zh-CN" altLang="en-US" sz="1400" b="1" dirty="0"/>
          </a:p>
        </p:txBody>
      </p: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0A5BCE21-1412-EE44-ABE5-C8736FB0FF0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71046" y="2568467"/>
            <a:ext cx="1524001" cy="18734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曲线连接符 57">
            <a:extLst>
              <a:ext uri="{FF2B5EF4-FFF2-40B4-BE49-F238E27FC236}">
                <a16:creationId xmlns:a16="http://schemas.microsoft.com/office/drawing/2014/main" id="{B933EEBF-350B-DD68-7579-DD0AF8C0EDA6}"/>
              </a:ext>
            </a:extLst>
          </p:cNvPr>
          <p:cNvCxnSpPr>
            <a:cxnSpLocks/>
          </p:cNvCxnSpPr>
          <p:nvPr/>
        </p:nvCxnSpPr>
        <p:spPr>
          <a:xfrm rot="5400000">
            <a:off x="3976859" y="2578977"/>
            <a:ext cx="1524001" cy="18734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曲线连接符 76">
            <a:extLst>
              <a:ext uri="{FF2B5EF4-FFF2-40B4-BE49-F238E27FC236}">
                <a16:creationId xmlns:a16="http://schemas.microsoft.com/office/drawing/2014/main" id="{193BFB27-CB30-6F8C-2A3D-AF9B90FAE4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66222" y="2911718"/>
            <a:ext cx="1453401" cy="11613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曲线连接符 79">
            <a:extLst>
              <a:ext uri="{FF2B5EF4-FFF2-40B4-BE49-F238E27FC236}">
                <a16:creationId xmlns:a16="http://schemas.microsoft.com/office/drawing/2014/main" id="{38474D8B-7306-FB37-52EB-CB105CD0C723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98931" y="2937989"/>
            <a:ext cx="1534511" cy="1108841"/>
          </a:xfrm>
          <a:prstGeom prst="curvedConnector3">
            <a:avLst>
              <a:gd name="adj1" fmla="val 719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圆角矩形 99">
            <a:extLst>
              <a:ext uri="{FF2B5EF4-FFF2-40B4-BE49-F238E27FC236}">
                <a16:creationId xmlns:a16="http://schemas.microsoft.com/office/drawing/2014/main" id="{BA0899BF-5902-39E4-8E20-80192D8EF83C}"/>
              </a:ext>
            </a:extLst>
          </p:cNvPr>
          <p:cNvSpPr/>
          <p:nvPr/>
        </p:nvSpPr>
        <p:spPr>
          <a:xfrm>
            <a:off x="7064263" y="1954923"/>
            <a:ext cx="1902372" cy="77023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BAF Adapter</a:t>
            </a:r>
            <a:endParaRPr kumimoji="1" lang="zh-CN" altLang="en-US" b="1" dirty="0"/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id="{C5EC2A4E-1D92-2FAD-5916-5DD7363B2978}"/>
              </a:ext>
            </a:extLst>
          </p:cNvPr>
          <p:cNvSpPr/>
          <p:nvPr/>
        </p:nvSpPr>
        <p:spPr>
          <a:xfrm>
            <a:off x="7932672" y="4267200"/>
            <a:ext cx="1902372" cy="146093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Business Agent Foundation</a:t>
            </a:r>
            <a:endParaRPr kumimoji="1" lang="zh-CN" altLang="en-US" dirty="0"/>
          </a:p>
        </p:txBody>
      </p:sp>
      <p:cxnSp>
        <p:nvCxnSpPr>
          <p:cNvPr id="106" name="曲线连接符 105">
            <a:extLst>
              <a:ext uri="{FF2B5EF4-FFF2-40B4-BE49-F238E27FC236}">
                <a16:creationId xmlns:a16="http://schemas.microsoft.com/office/drawing/2014/main" id="{FC66D9D6-8904-4A19-1FE0-7952C55F0C38}"/>
              </a:ext>
            </a:extLst>
          </p:cNvPr>
          <p:cNvCxnSpPr>
            <a:stCxn id="100" idx="2"/>
          </p:cNvCxnSpPr>
          <p:nvPr/>
        </p:nvCxnSpPr>
        <p:spPr>
          <a:xfrm rot="16200000" flipH="1">
            <a:off x="7522691" y="3217910"/>
            <a:ext cx="1493957" cy="50844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曲线连接符 107">
            <a:extLst>
              <a:ext uri="{FF2B5EF4-FFF2-40B4-BE49-F238E27FC236}">
                <a16:creationId xmlns:a16="http://schemas.microsoft.com/office/drawing/2014/main" id="{30DD6201-B10B-B0C7-C60A-2A81BBABBF47}"/>
              </a:ext>
            </a:extLst>
          </p:cNvPr>
          <p:cNvCxnSpPr/>
          <p:nvPr/>
        </p:nvCxnSpPr>
        <p:spPr>
          <a:xfrm rot="16200000" flipV="1">
            <a:off x="8074969" y="3076506"/>
            <a:ext cx="1486420" cy="79878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圆角矩形 108">
            <a:extLst>
              <a:ext uri="{FF2B5EF4-FFF2-40B4-BE49-F238E27FC236}">
                <a16:creationId xmlns:a16="http://schemas.microsoft.com/office/drawing/2014/main" id="{9FC83D10-1BA9-C2FA-029B-6326768C3311}"/>
              </a:ext>
            </a:extLst>
          </p:cNvPr>
          <p:cNvSpPr/>
          <p:nvPr/>
        </p:nvSpPr>
        <p:spPr>
          <a:xfrm>
            <a:off x="3179394" y="1387364"/>
            <a:ext cx="1418897" cy="13783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Advanced RAG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4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</Words>
  <Application>Microsoft Macintosh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Yao, Raymond</dc:creator>
  <cp:lastModifiedBy>Yao, Raymond</cp:lastModifiedBy>
  <cp:revision>4</cp:revision>
  <dcterms:created xsi:type="dcterms:W3CDTF">2025-08-18T05:52:49Z</dcterms:created>
  <dcterms:modified xsi:type="dcterms:W3CDTF">2025-08-18T06:52:37Z</dcterms:modified>
</cp:coreProperties>
</file>